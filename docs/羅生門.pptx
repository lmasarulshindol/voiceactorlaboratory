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37160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CD853F"/>
                </a:solidFill>
              </a:defRPr>
            </a:pPr>
            <a:r>
              <a:t>羅 生 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F5F0E0"/>
                </a:solidFill>
              </a:defRPr>
            </a:pPr>
            <a:r>
              <a:t>芥川龍之介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AA090"/>
                </a:solidFill>
              </a:defRPr>
            </a:pPr>
            <a:r>
              <a:t>大正四年（1915年）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303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 / 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一 ─ 羅生門の下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ある日の暮方の事である。一人の下人が、羅生門の下で雨やみを待っていた。</a:t>
            </a:r>
            <a:br/>
            <a:r>
              <a:t>広い門の下には、この男のほかに誰もいない。</a:t>
            </a:r>
            <a:br/>
            <a:r>
              <a:t>ただ、所々丹塗の剥げた、大きな円柱に、</a:t>
            </a:r>
            <a:br/>
            <a:r>
              <a:t>蟋蟀が一匹とまっている。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 / 58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羅生門が、朱雀大路にある以上は、この男のほかにも、</a:t>
            </a:r>
            <a:br/>
            <a:r>
              <a:t>雨やみをする市女笠や揉烏帽子が、</a:t>
            </a:r>
            <a:br/>
            <a:r>
              <a:t>もう二三人はありそうなものである。</a:t>
            </a:r>
            <a:br/>
            <a:r>
              <a:t>それが、この男のほかには誰もいない。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 / 58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何故かと云うと、この二三年、京都には、</a:t>
            </a:r>
            <a:br/>
            <a:r>
              <a:t>地震とか辻風とか火事とか饑饉とか云う災がつづいて起った。</a:t>
            </a:r>
            <a:br/>
            <a:r>
              <a:t>そこで洛中のさびれ方は一通りではない。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 / 58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旧記によると、仏像や仏具を打砕いて、</a:t>
            </a:r>
            <a:br/>
            <a:r>
              <a:t>その丹がついたり、金銀の箔がついたりした木を、</a:t>
            </a:r>
            <a:br/>
            <a:r>
              <a:t>路ばたにつみ重ねて、薪の料に売っていたと云う事である。</a:t>
            </a:r>
            <a:br/>
            <a:r>
              <a:t>洛中がその始末であるから、</a:t>
            </a:r>
            <a:br/>
            <a:r>
              <a:t>羅生門の修理などは、元より誰も捨てて顧る者がなかった。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 / 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するとその荒れ果てたのをよい事にして、狐狸が棲む。</a:t>
            </a:r>
            <a:br/>
            <a:r>
              <a:t>盗人が棲む。</a:t>
            </a:r>
            <a:br/>
            <a:r>
              <a:t>とうとうしまいには、引取り手のない死人を、</a:t>
            </a:r>
            <a:br/>
            <a:r>
              <a:t>この門へ持って来て、棄てて行くと云う習慣さえ出来た。</a:t>
            </a:r>
            <a:br/>
            <a:r>
              <a:t>そこで、日の目が見えなくなると、誰でも気味を悪がって、</a:t>
            </a:r>
            <a:br/>
            <a:r>
              <a:t>この門の近所へは足ぶみをしない事になってしまったのである。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6 / 58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その代りまた鴉がどこからか、たくさん集って来た。</a:t>
            </a:r>
            <a:br/>
            <a:r>
              <a:t>昼間見ると、その鴉が何羽となく輪を描いて、</a:t>
            </a:r>
            <a:br/>
            <a:r>
              <a:t>高い鴟尾のまわりを啼きながら、飛びまわっている。</a:t>
            </a:r>
            <a:br/>
            <a:r>
              <a:t>ことに門の上の空が、夕焼けであかくなる時には、</a:t>
            </a:r>
            <a:br/>
            <a:r>
              <a:t>それが胡麻をまいたようにはっきり見えた。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7 / 58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鴉は、勿論、門の上にある死人の肉を、</a:t>
            </a:r>
            <a:br/>
            <a:r>
              <a:t>啄みに来るのである。</a:t>
            </a:r>
            <a:br/>
            <a:r>
              <a:t>――もっとも今日は、刻限が遅いせいか、一羽も見えない。</a:t>
            </a:r>
            <a:br/>
            <a:r>
              <a:t>ただ、所々、崩れかかった、</a:t>
            </a:r>
            <a:br/>
            <a:r>
              <a:t>そうしてその崩れ目に長い草のはえた石段の上に、</a:t>
            </a:r>
            <a:br/>
            <a:r>
              <a:t>鴉の糞が、点々と白くこびりついているのが見える。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8 / 58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下人は七段ある石段の一番上の段に、</a:t>
            </a:r>
            <a:br/>
            <a:r>
              <a:t>洗いざらした紺の襖の尻を据えて、</a:t>
            </a:r>
            <a:br/>
            <a:r>
              <a:t>右の頬に出来た、大きな面皰を気にしながら、</a:t>
            </a:r>
            <a:br/>
            <a:r>
              <a:t>ぼんやり、雨のふるのを眺めていた。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9 / 58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二 ─ 下人の境遇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作者はさっき、「下人が雨やみを待っていた」と書いた。</a:t>
            </a:r>
            <a:br/>
            <a:r>
              <a:t>しかし、下人は雨がやんでも、</a:t>
            </a:r>
            <a:br/>
            <a:r>
              <a:t>格別どうしようと云う当てはない。</a:t>
            </a:r>
            <a:br/>
            <a:r>
              <a:t>ふだんなら、勿論、主人の家へ帰る可き筈である。</a:t>
            </a:r>
            <a:br/>
            <a:r>
              <a:t>所がその主人からは、四五日前に暇を出された。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10 / 58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前にも書いたように、当時京都の町は</a:t>
            </a:r>
            <a:br/>
            <a:r>
              <a:t>一通りならず衰微していた。</a:t>
            </a:r>
            <a:br/>
            <a:r>
              <a:t>今この下人が、永年、使われていた主人から、</a:t>
            </a:r>
            <a:br/>
            <a:r>
              <a:t>暇を出されたのも、</a:t>
            </a:r>
            <a:br/>
            <a:r>
              <a:t>実はこの衰微の小さな余波にほかならない。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11 / 58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だから「下人が雨やみを待っていた」と云うよりも</a:t>
            </a:r>
            <a:br/>
            <a:r>
              <a:t>「雨にふりこめられた下人が、行き所がなくて、</a:t>
            </a:r>
            <a:br/>
            <a:r>
              <a:t>途方にくれていた」と云う方が、適当である。</a:t>
            </a:r>
            <a:br/>
            <a:r>
              <a:t>その上、今日の空模様も少からず、</a:t>
            </a:r>
            <a:br/>
            <a:r>
              <a:t>この平安朝の下人の Sentimentalisme に影響した。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12 / 58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申の刻下さがりからふり出した雨は、</a:t>
            </a:r>
            <a:br/>
            <a:r>
              <a:t>いまだに上るけしきがない。</a:t>
            </a:r>
            <a:br/>
            <a:r>
              <a:t>そこで、下人は、何をおいても</a:t>
            </a:r>
            <a:br/>
            <a:r>
              <a:t>差当り明日の暮しをどうにかしようとして</a:t>
            </a:r>
            <a:br/>
            <a:r>
              <a:t>――云わばどうにもならない事を、</a:t>
            </a:r>
            <a:br/>
            <a:r>
              <a:t>どうにかしようとして、</a:t>
            </a:r>
            <a:br/>
            <a:r>
              <a:t>とりとめもない考えをたどりながら、</a:t>
            </a:r>
            <a:br/>
            <a:r>
              <a:t>さっきから朱雀大路にふる雨の音を、</a:t>
            </a:r>
            <a:br/>
            <a:r>
              <a:t>聞くともなく聞いていたのである。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13 / 58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雨は、羅生門をつつんで、遠くから、</a:t>
            </a:r>
            <a:br/>
            <a:r>
              <a:t>ざあっと云う音をあつめて来る。</a:t>
            </a:r>
            <a:br/>
            <a:r>
              <a:t>夕闇は次第に空を低くして、見上げると、</a:t>
            </a:r>
            <a:br/>
            <a:r>
              <a:t>門の屋根が、斜につき出した甍の先に、</a:t>
            </a:r>
            <a:br/>
            <a:r>
              <a:t>重たくうす暗い雲を支えている。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14 / 58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三 ─ 下人の葛藤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どうにもならない事を、どうにかするためには、</a:t>
            </a:r>
            <a:br/>
            <a:r>
              <a:t>手段を選んでいる遑はない。</a:t>
            </a:r>
            <a:br/>
            <a:r>
              <a:t>選んでいれば、築土の下か、道ばたの土の上で、</a:t>
            </a:r>
            <a:br/>
            <a:r>
              <a:t>饑死をするばかりである。</a:t>
            </a:r>
            <a:br/>
            <a:r>
              <a:t>そうして、この門の上へ持って来て、</a:t>
            </a:r>
            <a:br/>
            <a:r>
              <a:t>犬のように棄てられてしまうばかりである。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15 / 58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選ばないとすれば――</a:t>
            </a:r>
            <a:br/>
            <a:r>
              <a:t>下人の考えは、何度も同じ道を低徊した揚句に、</a:t>
            </a:r>
            <a:br/>
            <a:r>
              <a:t>やっとこの局所へ逢着した。</a:t>
            </a:r>
            <a:br/>
            <a:r>
              <a:t>しかしこの「すれば」は、いつまでたっても、</a:t>
            </a:r>
            <a:br/>
            <a:r>
              <a:t>結局「すれば」であった。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16 / 58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下人は、手段を選ばないという事を肯定しながらも、</a:t>
            </a:r>
            <a:br/>
            <a:r>
              <a:t>この「すれば」のかたをつけるために、</a:t>
            </a:r>
            <a:br/>
            <a:r>
              <a:t>当然、その後に来る可き</a:t>
            </a:r>
            <a:br/>
            <a:r>
              <a:t>「盗人になるよりほかに仕方がない」と云う事を、</a:t>
            </a:r>
            <a:br/>
            <a:r>
              <a:t>積極的に肯定するだけの、勇気が出ずにいたのである。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17 / 58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四 ─ 門の上へ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下人は、大きな嚔をして、</a:t>
            </a:r>
            <a:br/>
            <a:r>
              <a:t>それから、大儀そうに立上った。</a:t>
            </a:r>
            <a:br/>
            <a:r>
              <a:t>夕冷えのする京都は、もう火桶が欲しいほどの寒さである。</a:t>
            </a:r>
            <a:br/>
            <a:r>
              <a:t>風は門の柱と柱との間を、</a:t>
            </a:r>
            <a:br/>
            <a:r>
              <a:t>夕闇と共に遠慮なく、吹きぬける。</a:t>
            </a:r>
            <a:br/>
            <a:r>
              <a:t>丹塗の柱にとまっていた蟋蟀も、</a:t>
            </a:r>
            <a:br/>
            <a:r>
              <a:t>もうどこかへ行ってしまった。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18 / 58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下人は、頸をちぢめながら、</a:t>
            </a:r>
            <a:br/>
            <a:r>
              <a:t>山吹の汗袗に重ねた、紺の襖の肩を高くして</a:t>
            </a:r>
            <a:br/>
            <a:r>
              <a:t>門のまわりを見まわした。</a:t>
            </a:r>
            <a:br/>
            <a:r>
              <a:t>雨風の患のない、人目にかかる惧のない、</a:t>
            </a:r>
            <a:br/>
            <a:r>
              <a:t>一晩楽にねられそうな所があれば、</a:t>
            </a:r>
            <a:br/>
            <a:r>
              <a:t>そこでともかくも、夜を明かそうと思ったからである。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19 / 58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すると、幸い門の上の楼へ上る、</a:t>
            </a:r>
            <a:br/>
            <a:r>
              <a:t>幅の広い、これも丹を塗った梯子が眼についた。</a:t>
            </a:r>
            <a:br/>
            <a:r>
              <a:t>上なら、人がいたにしても、どうせ死人ばかりである。</a:t>
            </a:r>
            <a:br/>
            <a:r>
              <a:t>下人はそこで、腰にさげた聖柄の太刀が</a:t>
            </a:r>
            <a:br/>
            <a:r>
              <a:t>鞘走らないように気をつけながら、</a:t>
            </a:r>
            <a:br/>
            <a:r>
              <a:t>藁草履をはいた足を、</a:t>
            </a:r>
            <a:br/>
            <a:r>
              <a:t>その梯子の一番下の段へふみかけた。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20 / 58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五 ─ 楼の上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それから、何分かの後である。</a:t>
            </a:r>
            <a:br/>
            <a:r>
              <a:t>羅生門の楼の上へ出る、幅の広い梯子の中段に、</a:t>
            </a:r>
            <a:br/>
            <a:r>
              <a:t>一人の男が、猫のように身をちぢめて、</a:t>
            </a:r>
            <a:br/>
            <a:r>
              <a:t>息を殺しながら、上の容子を窺っていた。</a:t>
            </a:r>
            <a:br/>
            <a:r>
              <a:t>楼の上からさす火の光が、</a:t>
            </a:r>
            <a:br/>
            <a:r>
              <a:t>かすかに、その男の右の頬をぬらしている。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21 / 58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短い鬚の中に、赤く膿を持った面皰のある頬である。</a:t>
            </a:r>
            <a:br/>
            <a:r>
              <a:t>下人は、始めから、この上にいる者は、</a:t>
            </a:r>
            <a:br/>
            <a:r>
              <a:t>死人ばかりだと高を括っていた。</a:t>
            </a:r>
            <a:br/>
            <a:r>
              <a:t>それが、梯子を二三段上って見ると、</a:t>
            </a:r>
            <a:br/>
            <a:r>
              <a:t>上では誰か火をとぼして、</a:t>
            </a:r>
            <a:br/>
            <a:r>
              <a:t>しかもその火をそこここと動かしているらしい。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22 / 58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これは、その濁った、黄いろい光が、</a:t>
            </a:r>
            <a:br/>
            <a:r>
              <a:t>隅々に蜘蛛の巣をかけた天井裏に、</a:t>
            </a:r>
            <a:br/>
            <a:r>
              <a:t>揺れながら映ったので、すぐにそれと知れたのである。</a:t>
            </a:r>
            <a:br/>
            <a:r>
              <a:t>この雨の夜に、この羅生門の上で、</a:t>
            </a:r>
            <a:br/>
            <a:r>
              <a:t>火をともしているからは、</a:t>
            </a:r>
            <a:br/>
            <a:r>
              <a:t>どうせただの者ではない。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23 / 58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下人は、守宮のように足音をぬすんで、</a:t>
            </a:r>
            <a:br/>
            <a:r>
              <a:t>やっと急な梯子を、一番上の段まで</a:t>
            </a:r>
            <a:br/>
            <a:r>
              <a:t>這うようにして上りつめた。</a:t>
            </a:r>
            <a:br/>
            <a:r>
              <a:t>そうして体を出来るだけ、平にしながら、</a:t>
            </a:r>
            <a:br/>
            <a:r>
              <a:t>頸を出来るだけ、前へ出して、</a:t>
            </a:r>
            <a:br/>
            <a:r>
              <a:t>恐る恐る、楼の内を覗いて見た。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24 / 58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六 ─ 死骸と老婆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見ると、楼の内には、噂に聞いた通り、</a:t>
            </a:r>
            <a:br/>
            <a:r>
              <a:t>幾つかの死骸が、無造作に棄ててあるが、</a:t>
            </a:r>
            <a:br/>
            <a:r>
              <a:t>火の光の及ぶ範囲が、思ったより狭いので、</a:t>
            </a:r>
            <a:br/>
            <a:r>
              <a:t>数は幾つともわからない。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25 / 58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ただ、おぼろげながら、知れるのは、</a:t>
            </a:r>
            <a:br/>
            <a:r>
              <a:t>その中に裸の死骸と、着物を着た死骸とがあるという事である。</a:t>
            </a:r>
            <a:br/>
            <a:r>
              <a:t>勿論、中には女も男もまじっているらしい。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26 / 58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そうして、その死骸は皆、それが、かつて、</a:t>
            </a:r>
            <a:br/>
            <a:r>
              <a:t>生きていた人間だと云う事実さえ疑われるほど、</a:t>
            </a:r>
            <a:br/>
            <a:r>
              <a:t>土を捏ねて造った人形のように、</a:t>
            </a:r>
            <a:br/>
            <a:r>
              <a:t>口を開いたり手を延ばしたりして、</a:t>
            </a:r>
            <a:br/>
            <a:r>
              <a:t>ごろごろ床の上にころがっていた。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27 / 58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しかも、肩とか胸とかの高くなっている部分に、</a:t>
            </a:r>
            <a:br/>
            <a:r>
              <a:t>ぼんやりした火の光をうけて、</a:t>
            </a:r>
            <a:br/>
            <a:r>
              <a:t>低くなっている部分の影を一層暗くしながら、</a:t>
            </a:r>
            <a:br/>
            <a:r>
              <a:t>永久に唖の如く黙っていた。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28 / 58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下人は、それらの死骸の腐爛した臭気に</a:t>
            </a:r>
            <a:br/>
            <a:r>
              <a:t>思わず、鼻を掩った。</a:t>
            </a:r>
            <a:br/>
            <a:r>
              <a:t>しかし、その手は、次の瞬間には、</a:t>
            </a:r>
            <a:br/>
            <a:r>
              <a:t>もう鼻を掩う事を忘れていた。</a:t>
            </a:r>
            <a:br/>
            <a:r>
              <a:t>ある強い感情が、</a:t>
            </a:r>
            <a:br/>
            <a:r>
              <a:t>ほとんどことごとくこの男の嗅覚を奪ってしまったからだ。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29 / 58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下人の眼は、その時、はじめて</a:t>
            </a:r>
            <a:br/>
            <a:r>
              <a:t>その死骸の中に蹲っている人間を見た。</a:t>
            </a:r>
            <a:br/>
            <a:r>
              <a:t>檜皮色の着物を着た、背の低い、痩せた、</a:t>
            </a:r>
            <a:br/>
            <a:r>
              <a:t>白髪頭の、猿のような老婆である。</a:t>
            </a:r>
            <a:br/>
            <a:r>
              <a:t>その老婆は、右の手に火をともした松の木片を持って、</a:t>
            </a:r>
            <a:br/>
            <a:r>
              <a:t>その死骸の一つの顔を覗きこむように眺めていた。</a:t>
            </a:r>
            <a:br/>
            <a:r>
              <a:t>髪の毛の長い所を見ると、多分女の死骸であろう。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30 / 58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七 ─ 恐怖と憎悪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下人は、六分の恐怖と四分の好奇心とに動かされて、</a:t>
            </a:r>
            <a:br/>
            <a:r>
              <a:t>暫時は呼吸をするのさえ忘れていた。</a:t>
            </a:r>
            <a:br/>
            <a:r>
              <a:t>旧記の記者の語を借りれば、</a:t>
            </a:r>
            <a:br/>
            <a:r>
              <a:t>「頭身の毛も太る」ように感じたのである。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31 / 58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すると老婆は、松の木片を、床板の間に挿して、</a:t>
            </a:r>
            <a:br/>
            <a:r>
              <a:t>それから、今まで眺めていた死骸の首に両手をかけると、</a:t>
            </a:r>
            <a:br/>
            <a:r>
              <a:t>丁度、猿の親が猿の子の虱をとるように、</a:t>
            </a:r>
            <a:br/>
            <a:r>
              <a:t>その長い髪の毛を一本ずつ抜きはじめた。</a:t>
            </a:r>
            <a:br/>
            <a:r>
              <a:t>髪は手に従って抜けるらしい。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32 / 58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その髪の毛が、一本ずつ抜けるのに従って、</a:t>
            </a:r>
            <a:br/>
            <a:r>
              <a:t>下人の心からは、恐怖が少しずつ消えて行った。</a:t>
            </a:r>
            <a:br/>
            <a:r>
              <a:t>そうして、それと同時に、</a:t>
            </a:r>
            <a:br/>
            <a:r>
              <a:t>この老婆に対するはげしい憎悪が、</a:t>
            </a:r>
            <a:br/>
            <a:r>
              <a:t>少しずつ動いて来た。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33 / 58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――いや、この老婆に対すると云っては、</a:t>
            </a:r>
            <a:br/>
            <a:r>
              <a:t>語弊があるかも知れない。</a:t>
            </a:r>
            <a:br/>
            <a:r>
              <a:t>むしろ、あらゆる悪に対する反感が、</a:t>
            </a:r>
            <a:br/>
            <a:r>
              <a:t>一分毎に強さを増して来たのである。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34 / 58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この時、誰かがこの下人に、</a:t>
            </a:r>
            <a:br/>
            <a:r>
              <a:t>さっき門の下でこの男が考えていた、</a:t>
            </a:r>
            <a:br/>
            <a:r>
              <a:t>饑死をするか盗人になるかと云う問題を、</a:t>
            </a:r>
            <a:br/>
            <a:r>
              <a:t>改めて持出したら、恐らく下人は、</a:t>
            </a:r>
            <a:br/>
            <a:r>
              <a:t>何の未練もなく、饑死を選んだ事であろう。</a:t>
            </a:r>
            <a:br/>
            <a:r>
              <a:t>それほど、この男の悪を憎む心は、</a:t>
            </a:r>
            <a:br/>
            <a:r>
              <a:t>老婆の床に挿した松の木片のように、</a:t>
            </a:r>
            <a:br/>
            <a:r>
              <a:t>勢いよく燃え上り出していたのである。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35 / 58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下人には、勿論、何故老婆が</a:t>
            </a:r>
            <a:br/>
            <a:r>
              <a:t>死人の髪の毛を抜くかわからなかった。</a:t>
            </a:r>
            <a:br/>
            <a:r>
              <a:t>従って、合理的には、</a:t>
            </a:r>
            <a:br/>
            <a:r>
              <a:t>それを善悪のいずれに片づけてよいか知らなかった。</a:t>
            </a:r>
            <a:br/>
            <a:r>
              <a:t>しかし下人にとっては、この雨の夜に、</a:t>
            </a:r>
            <a:br/>
            <a:r>
              <a:t>この羅生門の上で、死人の髪の毛を抜くと云う事が、</a:t>
            </a:r>
            <a:br/>
            <a:r>
              <a:t>それだけで既に許すべからざる悪であった。</a:t>
            </a:r>
            <a:br/>
            <a:r>
              <a:t>勿論、下人は、さっきまで自分が、</a:t>
            </a:r>
            <a:br/>
            <a:r>
              <a:t>盗人になる気でいた事なぞは、とうに忘れていたのである。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36 / 58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八 ─ 対決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そこで、下人は、両足に力を入れて、</a:t>
            </a:r>
            <a:br/>
            <a:r>
              <a:t>いきなり、梯子から上へ飛び上った。</a:t>
            </a:r>
            <a:br/>
            <a:r>
              <a:t>そうして聖柄の太刀に手をかけながら、</a:t>
            </a:r>
            <a:br/>
            <a:r>
              <a:t>大股に老婆の前へ歩みよった。</a:t>
            </a:r>
            <a:br/>
            <a:r>
              <a:t>老婆が驚いたのは云うまでもない。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37 / 58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老婆は、一目下人を見ると、</a:t>
            </a:r>
            <a:br/>
            <a:r>
              <a:t>まるで弩にでも弾かれたように、飛び上った。</a:t>
            </a:r>
            <a:br/>
            <a:r>
              <a:t>「おのれ、どこへ行く。」</a:t>
            </a:r>
            <a:br/>
            <a:r>
              <a:t>下人は、老婆が死骸につまずきながら、</a:t>
            </a:r>
            <a:br/>
            <a:r>
              <a:t>慌てふためいて逃げようとする行手を塞いで、</a:t>
            </a:r>
            <a:br/>
            <a:r>
              <a:t>こう罵った。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38 / 58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老婆は、それでも下人をつきのけて行こうとする。</a:t>
            </a:r>
            <a:br/>
            <a:r>
              <a:t>下人はまた、それを行かすまいとして、押しもどす。</a:t>
            </a:r>
            <a:br/>
            <a:r>
              <a:t>二人は死骸の中で、しばらく、無言のまま、つかみ合った。</a:t>
            </a:r>
            <a:br/>
            <a:r>
              <a:t>しかし勝敗は、はじめからわかっている。</a:t>
            </a:r>
            <a:br/>
            <a:r>
              <a:t>下人はとうとう、老婆の腕をつかんで、</a:t>
            </a:r>
            <a:br/>
            <a:r>
              <a:t>無理にそこへねじ倒した。</a:t>
            </a:r>
            <a:br/>
            <a:r>
              <a:t>丁度、鶏の脚のような、骨と皮ばかりの腕である。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39 / 58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九 ─ 老婆の告白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「何をしていた。云え。云わぬと、これだぞよ。」</a:t>
            </a:r>
            <a:br/>
            <a:r>
              <a:t>下人は、老婆をつき放すと、いきなり、</a:t>
            </a:r>
            <a:br/>
            <a:r>
              <a:t>太刀の鞘を払って、</a:t>
            </a:r>
            <a:br/>
            <a:r>
              <a:t>白い鋼の色をその眼の前へつきつけた。</a:t>
            </a:r>
            <a:br/>
            <a:r>
              <a:t>けれども、老婆は黙っている。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40 / 58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両手をわなわなふるわせて、肩で息を切りながら、</a:t>
            </a:r>
            <a:br/>
            <a:r>
              <a:t>眼を、眼球が瞼の外へ出そうになるほど、見開いて、</a:t>
            </a:r>
            <a:br/>
            <a:r>
              <a:t>唖のように執拗く黙っている。</a:t>
            </a:r>
            <a:br/>
            <a:r>
              <a:t>これを見ると、下人は始めて明白に</a:t>
            </a:r>
            <a:br/>
            <a:r>
              <a:t>この老婆の生死が、全然、</a:t>
            </a:r>
            <a:br/>
            <a:r>
              <a:t>自分の意志に支配されていると云う事を意識した。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41 / 58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そうしてこの意識は、今までけわしく燃えていた</a:t>
            </a:r>
            <a:br/>
            <a:r>
              <a:t>憎悪の心を、いつの間にか冷ましてしまった。</a:t>
            </a:r>
            <a:br/>
            <a:r>
              <a:t>後に残ったのは、ただ、ある仕事をして、</a:t>
            </a:r>
            <a:br/>
            <a:r>
              <a:t>それが円満に成就した時の、</a:t>
            </a:r>
            <a:br/>
            <a:r>
              <a:t>安らかな得意と満足とがあるばかりである。</a:t>
            </a:r>
            <a:br/>
            <a:r>
              <a:t>そこで、下人は、老婆を見下しながら、</a:t>
            </a:r>
            <a:br/>
            <a:r>
              <a:t>少し声を柔らげてこう云った。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42 / 58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「己は検非違使の庁の役人などではない。</a:t>
            </a:r>
            <a:br/>
            <a:r>
              <a:t>今し方この門の下を通りかかった旅の者だ。</a:t>
            </a:r>
            <a:br/>
            <a:r>
              <a:t>だからお前に縄をかけて、</a:t>
            </a:r>
            <a:br/>
            <a:r>
              <a:t>どうしようと云うような事はない。</a:t>
            </a:r>
            <a:br/>
            <a:r>
              <a:t>ただ、今時分この門の上で、何をして居たのだか、</a:t>
            </a:r>
            <a:br/>
            <a:r>
              <a:t>それを己に話しさえすればいいのだ。」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43 / 58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すると、老婆は、見開いていた眼を、一層大きくして、</a:t>
            </a:r>
            <a:br/>
            <a:r>
              <a:t>じっとその下人の顔を見守った。</a:t>
            </a:r>
            <a:br/>
            <a:r>
              <a:t>瞼の赤くなった、肉食鳥のような、鋭い眼で見たのである。</a:t>
            </a:r>
            <a:br/>
            <a:r>
              <a:t>それから、皺で、ほとんど、鼻と一つになった唇を、</a:t>
            </a:r>
            <a:br/>
            <a:r>
              <a:t>何か物でも噛んでいるように動かした。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44 / 58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細い喉で、尖った喉仏の動いているのが見える。</a:t>
            </a:r>
            <a:br/>
            <a:r>
              <a:t>その時、その喉から、鴉の啼くような声が、</a:t>
            </a:r>
            <a:br/>
            <a:r>
              <a:t>喘ぎ喘ぎ、下人の耳へ伝わって来た。</a:t>
            </a:r>
            <a:br/>
            <a:r>
              <a:t>「この髪を抜いてな、この髪を抜いてな、</a:t>
            </a:r>
            <a:br/>
            <a:r>
              <a:t>鬘にしようと思うたのじゃ。」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45 / 58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十 ─ 老婆の論理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下人は、老婆の答が存外、平凡なのに失望した。</a:t>
            </a:r>
            <a:br/>
            <a:r>
              <a:t>そうして失望すると同時に、</a:t>
            </a:r>
            <a:br/>
            <a:r>
              <a:t>また前の憎悪が、冷やかな侮蔑と一しょに、</a:t>
            </a:r>
            <a:br/>
            <a:r>
              <a:t>心の中へはいって来た。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46 / 58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すると、その気色が、先方へも通じたのであろう。</a:t>
            </a:r>
            <a:br/>
            <a:r>
              <a:t>老婆は、片手に、まだ死骸の頭から奪った</a:t>
            </a:r>
            <a:br/>
            <a:r>
              <a:t>長い抜け毛を持ったなり、</a:t>
            </a:r>
            <a:br/>
            <a:r>
              <a:t>蟇のつぶやくような声で、</a:t>
            </a:r>
            <a:br/>
            <a:r>
              <a:t>口ごもりながら、こんな事を云った。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47 / 58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「成程な、死人の髪の毛を抜くと云う事は、</a:t>
            </a:r>
            <a:br/>
            <a:r>
              <a:t>何ぼう悪い事かも知れぬ。</a:t>
            </a:r>
            <a:br/>
            <a:r>
              <a:t>じゃが、ここにいる死人どもは、皆、</a:t>
            </a:r>
            <a:br/>
            <a:r>
              <a:t>そのくらいな事を、されてもいい人間ばかりだぞよ。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48 / 58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現在、わしが今、髪を抜いた女などはな、</a:t>
            </a:r>
            <a:br/>
            <a:r>
              <a:t>蛇を四寸ばかりずつに切って干したのを、</a:t>
            </a:r>
            <a:br/>
            <a:r>
              <a:t>干魚だと云うて、太刀帯の陣へ売りに往んだわ。</a:t>
            </a:r>
            <a:br/>
            <a:r>
              <a:t>疫病にかかって死ななんだら、</a:t>
            </a:r>
            <a:br/>
            <a:r>
              <a:t>今でも売りに往んでいた事であろ。</a:t>
            </a:r>
            <a:br/>
            <a:r>
              <a:t>それもよ、この女の売る干魚は、味がよいと云うて、</a:t>
            </a:r>
            <a:br/>
            <a:r>
              <a:t>太刀帯どもが、欠かさず菜料に買っていたそうな。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49 / 58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わしは、この女のした事が悪いとは思うていぬ。</a:t>
            </a:r>
            <a:br/>
            <a:r>
              <a:t>せねば、饑死をするのじゃて、仕方がなくした事であろ。</a:t>
            </a:r>
            <a:br/>
            <a:r>
              <a:t>されば、今また、わしのしていた事も</a:t>
            </a:r>
            <a:br/>
            <a:r>
              <a:t>悪い事とは思わぬぞよ。</a:t>
            </a:r>
            <a:br/>
            <a:r>
              <a:t>これとてもやはりせねば、饑死をするじゃて、</a:t>
            </a:r>
            <a:br/>
            <a:r>
              <a:t>仕方がなくする事じゃわいの。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50 / 58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じゃて、その仕方がない事を、</a:t>
            </a:r>
            <a:br/>
            <a:r>
              <a:t>よく知っていたこの女は、</a:t>
            </a:r>
            <a:br/>
            <a:r>
              <a:t>大方わしのする事も大目に見てくれるであろ。」</a:t>
            </a:r>
            <a:br/>
            <a:r>
              <a:t>老婆は、大体こんな意味の事を云った。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51 / 58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十一 ─ 下人の決断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下人は、太刀を鞘におさめて、</a:t>
            </a:r>
            <a:br/>
            <a:r>
              <a:t>その太刀の柄を左の手でおさえながら、</a:t>
            </a:r>
            <a:br/>
            <a:r>
              <a:t>冷然として、この話を聞いていた。</a:t>
            </a:r>
            <a:br/>
            <a:r>
              <a:t>勿論、右の手では、赤く頬に膿を持った</a:t>
            </a:r>
            <a:br/>
            <a:r>
              <a:t>大きな面皰を気にしながら、聞いているのである。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52 / 58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しかし、これを聞いている中に、</a:t>
            </a:r>
            <a:br/>
            <a:r>
              <a:t>下人の心には、ある勇気が生まれて来た。</a:t>
            </a:r>
            <a:br/>
            <a:r>
              <a:t>それは、さっき門の下で、</a:t>
            </a:r>
            <a:br/>
            <a:r>
              <a:t>この男には欠けていた勇気である。</a:t>
            </a:r>
            <a:br/>
            <a:r>
              <a:t>そうして、またさっきこの門の上へ上って、</a:t>
            </a:r>
            <a:br/>
            <a:r>
              <a:t>この老婆を捕えた時の勇気とは、</a:t>
            </a:r>
            <a:br/>
            <a:r>
              <a:t>全然、反対な方向に動こうとする勇気である。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53 / 58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下人は、饑死をするか盗人になるかに、</a:t>
            </a:r>
            <a:br/>
            <a:r>
              <a:t>迷わなかったばかりではない。</a:t>
            </a:r>
            <a:br/>
            <a:r>
              <a:t>その時のこの男の心もちから云えば、</a:t>
            </a:r>
            <a:br/>
            <a:r>
              <a:t>饑死などと云う事は、ほとんど、</a:t>
            </a:r>
            <a:br/>
            <a:r>
              <a:t>考える事さえ出来ないほど、</a:t>
            </a:r>
            <a:br/>
            <a:r>
              <a:t>意識の外に追い出されていた。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54 / 58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「きっと、そうか。」</a:t>
            </a:r>
            <a:br/>
            <a:r>
              <a:t>老婆の話が完ると、下人は嘲るような声で念を押した。</a:t>
            </a:r>
            <a:br/>
            <a:r>
              <a:t>そうして、一足前へ出ると、</a:t>
            </a:r>
            <a:br/>
            <a:r>
              <a:t>不意に右の手を面皰から離して、</a:t>
            </a:r>
            <a:br/>
            <a:r>
              <a:t>老婆の襟上をつかみながら、噛みつくようにこう云った。</a:t>
            </a:r>
            <a:br/>
            <a:r>
              <a:t>「では、己が引剥をしようと恨むまいな。</a:t>
            </a:r>
            <a:br/>
            <a:r>
              <a:t>己もそうしなければ、饑死をする体なのだ。」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55 / 58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十二 ─ 結末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下人は、すばやく、老婆の着物を剥ぎとった。</a:t>
            </a:r>
            <a:br/>
            <a:r>
              <a:t>それから、足にしがみつこうとする老婆を、</a:t>
            </a:r>
            <a:br/>
            <a:r>
              <a:t>手荒く死骸の上へ蹴倒した。</a:t>
            </a:r>
            <a:br/>
            <a:r>
              <a:t>梯子の口までは、僅に五歩を数えるばかりである。</a:t>
            </a:r>
            <a:br/>
            <a:r>
              <a:t>下人は、剥ぎとった檜皮色の着物をわきにかかえて、</a:t>
            </a:r>
            <a:br/>
            <a:r>
              <a:t>またたく間に急な梯子を夜の底へかけ下りた。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56 / 58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しばらく、死んだように倒れていた老婆が、</a:t>
            </a:r>
            <a:br/>
            <a:r>
              <a:t>死骸の中から、その裸の体を起したのは、</a:t>
            </a:r>
            <a:br/>
            <a:r>
              <a:t>それから間もなくの事である。</a:t>
            </a:r>
            <a:br/>
            <a:r>
              <a:t>老婆はつぶやくような、うめくような声を立てながら、</a:t>
            </a:r>
            <a:br/>
            <a:r>
              <a:t>まだ燃えている火の光をたよりに、</a:t>
            </a:r>
            <a:br/>
            <a:r>
              <a:t>梯子の口まで、這って行った。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57 / 58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そうして、そこから、短い白髪を倒さまにして、</a:t>
            </a:r>
            <a:br/>
            <a:r>
              <a:t>門の下を覗きこんだ。</a:t>
            </a:r>
            <a:br/>
            <a:r>
              <a:t>外には、ただ、黒洞々たる夜があるばかりである。</a:t>
            </a:r>
            <a:br/>
            <a:br/>
            <a:r>
              <a:t>下人の行方は、誰も知らない。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58 / 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