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D4AF37"/>
                </a:solidFill>
              </a:defRPr>
            </a:pPr>
            <a:r>
              <a:t>外 郎 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D060"/>
                </a:solidFill>
              </a:defRPr>
            </a:pPr>
            <a:r>
              <a:t>う い ろ う う 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AF0E6"/>
                </a:solidFill>
              </a:defRPr>
            </a:pPr>
            <a:r>
              <a:t>歌舞伎十八番</a:t>
            </a:r>
          </a:p>
          <a:p>
            <a:pPr algn="ctr">
              <a:defRPr sz="2200">
                <a:solidFill>
                  <a:srgbClr val="CCCCCC"/>
                </a:solidFill>
              </a:defRPr>
            </a:pPr>
            <a:r>
              <a:t>二代目  市川團十郎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名乗り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拙者親方と申すは、</a:t>
            </a:r>
            <a:br/>
            <a:r>
              <a:t>お立会の中に、御存じのお方もござりましょうが、</a:t>
            </a:r>
            <a:br/>
            <a:r>
              <a:t>お江戸を発って二十里上方、</a:t>
            </a:r>
            <a:br/>
            <a:r>
              <a:t>相州小田原一色町をお過ぎなされて、</a:t>
            </a:r>
            <a:br/>
            <a:r>
              <a:t>青物町を登りへおいでなさるれば、</a:t>
            </a:r>
            <a:br/>
            <a:r>
              <a:t>欄干橋虎屋藤衛門、</a:t>
            </a:r>
            <a:br/>
            <a:r>
              <a:t>只今は剃髪致して、円斉となのりまする。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外郎の由来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元朝より、大晦日まで、</a:t>
            </a:r>
            <a:br/>
            <a:r>
              <a:t>お手に入れまする此の薬は、昔ちんの国の唐人、</a:t>
            </a:r>
            <a:br/>
            <a:r>
              <a:t>外郎という人、わが朝へ来たり、</a:t>
            </a:r>
            <a:br/>
            <a:r>
              <a:t>帝へ参内の折りから、</a:t>
            </a:r>
            <a:br/>
            <a:r>
              <a:t>この薬を深く籠め置き、</a:t>
            </a:r>
            <a:br/>
            <a:r>
              <a:t>用ゆる時は一粒ずつ、</a:t>
            </a:r>
            <a:br/>
            <a:r>
              <a:t>冠のすき間より取り出す。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透頂香の名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よってその名を帝より、とうちんこうと賜わる。</a:t>
            </a:r>
            <a:br/>
            <a:r>
              <a:t>即ち文字には</a:t>
            </a:r>
            <a:br/>
            <a:r>
              <a:t>「頂き、透く、香い」と書いて「とうちんこう」と申す。</a:t>
            </a:r>
            <a:br/>
            <a:r>
              <a:t>只今はこの薬、殊の外、世上に弘まり、</a:t>
            </a:r>
            <a:br/>
            <a:r>
              <a:t>方々に偽看板を出し、</a:t>
            </a:r>
            <a:br/>
            <a:r>
              <a:t>イヤ、小田原の、灰俵の、さん俵の、</a:t>
            </a:r>
            <a:br/>
            <a:r>
              <a:t>炭俵のと、いろいろに申せども、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本物の証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平仮名をもって「ういろう」と記せしは、</a:t>
            </a:r>
            <a:br/>
            <a:r>
              <a:t>親方円斉ばかり。</a:t>
            </a:r>
            <a:br/>
            <a:r>
              <a:t>もしやお立会いの中に熱海か塔の沢へ</a:t>
            </a:r>
            <a:br/>
            <a:r>
              <a:t>湯治にお出なさるるか、</a:t>
            </a:r>
            <a:br/>
            <a:r>
              <a:t>または伊勢御参宮の折からは、</a:t>
            </a:r>
            <a:br/>
            <a:r>
              <a:t>必ず門違いなされまするな。</a:t>
            </a:r>
            <a:br/>
            <a:r>
              <a:t>お上りならば右の方、お下りなれば左側、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段落一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店構え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八方が八つ棟、表が三つ棟玉堂造り。</a:t>
            </a:r>
            <a:br/>
            <a:r>
              <a:t>破風には菊に桐のとうの御紋を御赦免あって、</a:t>
            </a:r>
            <a:br/>
            <a:r>
              <a:t>系図正しき薬でござる。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段落一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💨  息継ぎポイント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「〜ござりましょうが、」「〜おいでなさるれば、」「〜名乗りまする。」で息を吸う</a:t>
            </a:r>
            <a:br/>
            <a:r>
              <a:t>読点（、）で軽く補充、句点（。）でしっかり吸う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🎯  滑舌の注意点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「相州小田原一色町」→ 長い地名を一息で言い切る練習を</a:t>
            </a:r>
            <a:br/>
            <a:r>
              <a:t>「欄干橋虎屋藤衛門」→ 固有名詞を噛まないように注意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段落一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🎭  演技のコツ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段落一は「自己紹介」。堂々と威厳を持って語りかける</a:t>
            </a:r>
            <a:br/>
            <a:r>
              <a:t>「拙者親方と申すは」で間を取り、聴衆の注意を引く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⏱  テンポ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説明パートなので急がず丁寧に、一語一語を明瞭に</a:t>
            </a:r>
            <a:br/>
            <a:r>
              <a:t>「系図正しき薬でござる」で間を置いて余韻を残す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段落二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薬の効き目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イヤ最前より家名の自慢ばかり申しても、</a:t>
            </a:r>
            <a:br/>
            <a:r>
              <a:t>ご存じない方には、</a:t>
            </a:r>
            <a:br/>
            <a:r>
              <a:t>正身の胡椒の丸呑、白河夜船、</a:t>
            </a:r>
            <a:br/>
            <a:r>
              <a:t>さらば一粒食べかけて、</a:t>
            </a:r>
            <a:br/>
            <a:r>
              <a:t>その気味合をお目にかけましょう。</a:t>
            </a:r>
            <a:br/>
            <a:r>
              <a:t>先ずこの薬をかように一粒舌の上にのせまして、</a:t>
            </a:r>
            <a:br/>
            <a:r>
              <a:t>腹内へ納めますると、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段落二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効能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イヤどうも云えぬは、</a:t>
            </a:r>
            <a:br/>
            <a:r>
              <a:t>胃、心、肺、肝がすこやかになりて、</a:t>
            </a:r>
            <a:br/>
            <a:r>
              <a:t>薫風咽より来り、口中微涼を生ずるが如し。</a:t>
            </a:r>
            <a:br/>
            <a:r>
              <a:t>魚鳥、茸、麺類の食い合わせ、</a:t>
            </a:r>
            <a:br/>
            <a:r>
              <a:t>その外、万病速攻ある事神の如し。</a:t>
            </a:r>
            <a:br/>
            <a:r>
              <a:t>さて、この薬、第一の奇妙には、</a:t>
            </a:r>
            <a:br/>
            <a:r>
              <a:t>舌のまわることが銭ごまが、はだしで逃げる。</a:t>
            </a:r>
            <a:br/>
            <a:r>
              <a:t>ひょっと舌がまわり出すと、矢も楯もたまらぬじゃ。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段落二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💨  息継ぎポイント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「〜白河夜船、」でしっかり息を吸う</a:t>
            </a:r>
            <a:br/>
            <a:r>
              <a:t>「薫風咽より来り、」の読点で素早く息を補充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🎯  滑舌の注意点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「薫風咽より来り、口中微涼を生ずるが如し」→ 漢語調、一音ずつ丁寧に</a:t>
            </a:r>
            <a:br/>
            <a:r>
              <a:t>「万病速攻」→ 「そっこう」の破裂音をはっきりと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段落二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🎭  演技のコツ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薬を舌に乗せる「実演販売」シーン。臨場感を出す</a:t>
            </a:r>
            <a:br/>
            <a:r>
              <a:t>「イヤどうも云えぬは」で驚きの表情を見せる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⏱  テンポ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前半はまだゆっくり</a:t>
            </a:r>
            <a:br/>
            <a:r>
              <a:t>「ひょっと舌がまわり出すと」から徐々にテンポアップ → 段落三への助走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そりゃそりゃ、そらそりゃ、</a:t>
            </a:r>
            <a:br/>
            <a:r>
              <a:t>まわってきたわ、まわってくるわ、</a:t>
            </a:r>
            <a:br/>
            <a:r>
              <a:t>アワヤ咽、サタラナ舌に、カ牙サ歯音、</a:t>
            </a:r>
            <a:br/>
            <a:r>
              <a:t>ハマの二つは唇の軽重。</a:t>
            </a:r>
            <a:br/>
            <a:r>
              <a:t>開合さわやかに、</a:t>
            </a:r>
            <a:br/>
            <a:r>
              <a:t>アカサタナハマヤラワ、オコソトノホモヨロヲ。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一つへぎへぎに、へぎほしはじかみ。</a:t>
            </a:r>
            <a:br/>
            <a:r>
              <a:t>盆まめ、盆米、盆ごぼう、</a:t>
            </a:r>
            <a:br/>
            <a:r>
              <a:t>つみ蓼、つみ豆、つみ山椒。</a:t>
            </a:r>
            <a:br/>
            <a:r>
              <a:t>書写山の社僧正。</a:t>
            </a:r>
            <a:br/>
            <a:r>
              <a:t>粉米のなまがみ、粉米のなまがみ、</a:t>
            </a:r>
            <a:br/>
            <a:r>
              <a:t>こん粉米の小生がみ。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繻子ひじゅす、繻子、繻珍。</a:t>
            </a:r>
            <a:br/>
            <a:r>
              <a:t>親も嘉兵衛、子も嘉兵衛、</a:t>
            </a:r>
            <a:br/>
            <a:r>
              <a:t>親かへえ子かへえ、子かへえ親かへえ。</a:t>
            </a:r>
            <a:br/>
            <a:r>
              <a:t>古栗の木の古切口。</a:t>
            </a:r>
            <a:br/>
            <a:r>
              <a:t>雨合羽か、番合羽か。</a:t>
            </a:r>
            <a:br/>
            <a:r>
              <a:t>貴様のきゃはんも皮脚絆、</a:t>
            </a:r>
            <a:br/>
            <a:r>
              <a:t>我等がきゃはんも皮脚絆。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しっかわ袴のしっぽころびを、</a:t>
            </a:r>
            <a:br/>
            <a:r>
              <a:t>三針はりながにちょと縫うて、</a:t>
            </a:r>
            <a:br/>
            <a:r>
              <a:t>縫うてちょとぶんだせ。</a:t>
            </a:r>
            <a:br/>
            <a:r>
              <a:t>かわら撫子、野石竹。</a:t>
            </a:r>
            <a:br/>
            <a:r>
              <a:t>のら如来、のら如来、三のら如来に六のら如来。</a:t>
            </a:r>
            <a:br/>
            <a:r>
              <a:t>一寸先のお子仏に、おけつまずきゃるな。</a:t>
            </a:r>
            <a:br/>
            <a:r>
              <a:t>細溝にどじょにょろり。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段落三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早口言葉・その五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京のなま鱈奈良なま学鰹、</a:t>
            </a:r>
            <a:br/>
            <a:r>
              <a:t>ちょと四、五貫目。</a:t>
            </a:r>
            <a:br/>
            <a:r>
              <a:t>お茶立ちょ、茶立ちょ、ちゃっと立ちょ茶立ちょ、</a:t>
            </a:r>
            <a:br/>
            <a:r>
              <a:t>青竹茶筅でお茶ちゃっと立ちゃ。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段落三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💨  息継ぎポイント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「〜ヨロヲ。」「〜小生がみ。」「〜皮脚絆。」→ 句点で確実に息を吸う</a:t>
            </a:r>
            <a:br/>
            <a:r>
              <a:t>読点では吸わず、句点で深く吸うのがコツ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🎯  滑舌の難所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「粉米のなまがみ」→「ま」と「が」が混ざりやすい</a:t>
            </a:r>
            <a:br/>
            <a:r>
              <a:t>「しっかわ袴のしっぽころび」→ 促音「しっ」を確実に</a:t>
            </a:r>
            <a:br/>
            <a:r>
              <a:t>「のら如来」→「ら」と「にょ」の切り替えを明確に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段落三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🎭  演技のコツ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「そりゃそりゃ」は勢いよく！舌が回り出した興奮を表現</a:t>
            </a:r>
            <a:br/>
            <a:r>
              <a:t>早口言葉は「速さ」より「正確さ」が大事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💪  練習法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超ゆっくり（3倍速）で全音確認 → 少しずつ速度アップ</a:t>
            </a:r>
            <a:br/>
            <a:r>
              <a:t>苦手箇所を取り出して10回反復。口を大きく動かす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来るわ、来るわ、何が来る、</a:t>
            </a:r>
            <a:br/>
            <a:r>
              <a:t>高野の山のおこけら小僧。</a:t>
            </a:r>
            <a:br/>
            <a:r>
              <a:t>狸百匹、箸百膳、天目百杯、棒八百本。</a:t>
            </a:r>
            <a:br/>
            <a:r>
              <a:t>武具、馬具、ぶぐ、ばぐ、三ぶぐばぐ、</a:t>
            </a:r>
            <a:br/>
            <a:r>
              <a:t>合わせて武具、馬具、六ぶぐばぐ。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早口言葉・その七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菊、栗、きく、くり、三菊栗、</a:t>
            </a:r>
            <a:br/>
            <a:r>
              <a:t>合わせて菊、栗、六菊栗。</a:t>
            </a:r>
            <a:br/>
            <a:r>
              <a:t>麦、ごみ、むぎ、ごみ、三むぎごみ、</a:t>
            </a:r>
            <a:br/>
            <a:r>
              <a:t>合わせてむぎ、ごみ、六むぎごみ。</a:t>
            </a:r>
            <a:br/>
            <a:r>
              <a:t>あの長押の長なぎなたは、</a:t>
            </a:r>
            <a:br/>
            <a:r>
              <a:t>誰が長なぎなたぞ。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向こうの胡麻がらは、</a:t>
            </a:r>
            <a:br/>
            <a:r>
              <a:t>荏のごまがらか、真ごまがらか、</a:t>
            </a:r>
            <a:br/>
            <a:r>
              <a:t>あれこそほんの真胡麻殻。</a:t>
            </a:r>
            <a:br/>
            <a:r>
              <a:t>がらぴいがらぴい風車、</a:t>
            </a:r>
            <a:br/>
            <a:r>
              <a:t>おきゃがれこぼし、おきゃがれこぼし、</a:t>
            </a:r>
            <a:br/>
            <a:r>
              <a:t>ゆんべもこぼして又こぼした。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早口言葉・その九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たあぷぽぽ、たあぷぽぽ、</a:t>
            </a:r>
            <a:br/>
            <a:r>
              <a:t>ちりから、ちりから、つったっぽ、</a:t>
            </a:r>
            <a:br/>
            <a:r>
              <a:t>たっぽたっぽ一丁だこ、</a:t>
            </a:r>
            <a:br/>
            <a:r>
              <a:t>落ちたら煮て食お、</a:t>
            </a:r>
            <a:br/>
            <a:r>
              <a:t>煮ても焼いても食われぬものは、</a:t>
            </a:r>
            <a:br/>
            <a:r>
              <a:t>五徳、鉄きゅう、かな熊童子に、</a:t>
            </a:r>
            <a:br/>
            <a:r>
              <a:t>石熊、石持、虎熊、虎きす。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段落四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羅生門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中にも、東寺の羅生門には、</a:t>
            </a:r>
            <a:br/>
            <a:r>
              <a:t>茨城童子がうで栗五合つかんでおむしゃる、</a:t>
            </a:r>
            <a:br/>
            <a:r>
              <a:t>かの頼光のひざもと去らず。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段落四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💨  息継ぎポイント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「〜六ぶぐばぐ。」「〜六菊栗。」「〜六むぎごみ。」→ 句点ごとに息継ぎ</a:t>
            </a:r>
            <a:br/>
            <a:r>
              <a:t>「合わせて」の前で素早く吸う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🎯  滑舌の難所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「武具馬具」→ 濁音「ぶ・ぐ」「ば・ぐ」の切り替え</a:t>
            </a:r>
            <a:br/>
            <a:r>
              <a:t>「菊栗」→ カ行連続「き・く・く・り」</a:t>
            </a:r>
            <a:br/>
            <a:r>
              <a:t>「たあぷぽぽ」→ パ行の破裂音をはっきり弾く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段落四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🎭  演技のコツ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「来るわ、来るわ」で畳みかける勢いを出す</a:t>
            </a:r>
            <a:br/>
            <a:r>
              <a:t>繰り返し系はリズム感を大切に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💪  練習法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「武具馬具」「菊栗」「麦ごみ」を個別に反復練習</a:t>
            </a:r>
            <a:br/>
            <a:r>
              <a:t>3回→6回と数を増やして口を慣らす。鏡で口の形を確認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締め・その一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鮒、きんかん、椎茸、定めて後段な、</a:t>
            </a:r>
            <a:br/>
            <a:r>
              <a:t>そば切り、そうめん、うどんか、愚鈍な小新発地。</a:t>
            </a:r>
            <a:br/>
            <a:r>
              <a:t>小棚の、小下の、小桶に、こ味噌が、こ有るぞ、</a:t>
            </a:r>
            <a:br/>
            <a:r>
              <a:t>子杓子、こ持って、こすくって、こよこせ、</a:t>
            </a:r>
            <a:br/>
            <a:r>
              <a:t>おっと合点だ、</a:t>
            </a:r>
            <a:br/>
            <a:r>
              <a:t>心得たんぼの川崎、神奈川、</a:t>
            </a:r>
            <a:br/>
            <a:r>
              <a:t>保土ヶ谷、戸塚は、走って行けば、</a:t>
            </a:r>
            <a:br/>
            <a:r>
              <a:t>やいとをすりむく、三里ばかりか、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締め・その二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藤沢、平塚、大磯がしや、</a:t>
            </a:r>
            <a:br/>
            <a:r>
              <a:t>小磯の宿を七つ起きして、</a:t>
            </a:r>
            <a:br/>
            <a:r>
              <a:t>早天早々、相州小田原とうちん香、</a:t>
            </a:r>
            <a:br/>
            <a:r>
              <a:t>隠れござらぬ貴賤群衆の花のお江戸の花ういろう、</a:t>
            </a:r>
            <a:br/>
            <a:r>
              <a:t>あれあの花を見て、お心を、おやわらぎやという。</a:t>
            </a:r>
            <a:br/>
            <a:r>
              <a:t>産子、這子に至るまで、</a:t>
            </a:r>
            <a:br/>
            <a:r>
              <a:t>この外郎の御評判、</a:t>
            </a:r>
            <a:br/>
            <a:r>
              <a:t>御存じないとは申されまいまいつぶり、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段落五</a:t>
            </a:r>
          </a:p>
          <a:p>
            <a:pPr algn="l">
              <a:defRPr sz="1600">
                <a:solidFill>
                  <a:srgbClr val="F0D060"/>
                </a:solidFill>
              </a:defRPr>
            </a:pPr>
            <a:r>
              <a:t>大詰め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51560"/>
            <a:ext cx="944849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2600">
                <a:solidFill>
                  <a:srgbClr val="FAF0E6"/>
                </a:solidFill>
              </a:defRPr>
            </a:pPr>
            <a:r>
              <a:t>角出せ、棒出せ、ぼうぼうまゆに、</a:t>
            </a:r>
            <a:br/>
            <a:r>
              <a:t>臼、杵、すりばち、</a:t>
            </a:r>
            <a:br/>
            <a:r>
              <a:t>ばちばちがらがらがらと、</a:t>
            </a:r>
            <a:br/>
            <a:r>
              <a:t>羽目を外して、今日お出でのいずれも様に、</a:t>
            </a:r>
            <a:br/>
            <a:r>
              <a:t>上げねばならぬ、売らねばならぬと、</a:t>
            </a:r>
            <a:br/>
            <a:r>
              <a:t>息せい引っぱり、</a:t>
            </a:r>
            <a:br/>
            <a:r>
              <a:t>東方世界の薬の元〆、</a:t>
            </a:r>
            <a:br/>
            <a:r>
              <a:t>薬師如来も照覧あれと、</a:t>
            </a:r>
            <a:br/>
            <a:r>
              <a:t>ホホ敬って、</a:t>
            </a:r>
            <a:br/>
            <a:r>
              <a:t>ういろうは、いらっしゃりませぬか。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段落五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💨  息継ぎポイント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「〜三里ばかりか、」で深く吸う（宿場町列挙に備える）</a:t>
            </a:r>
            <a:br/>
            <a:r>
              <a:t>「〜花ういろう、」で一息。「ホホ敬って、」の前で最後の深い息継ぎ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🎯  滑舌の注意点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「小棚の、小下の、小桶に、こ味噌が〜」→「こ」の連続を潰さず明瞭に</a:t>
            </a:r>
            <a:br/>
            <a:r>
              <a:t>宿場町の列挙「川崎、神奈川、保土ヶ谷〜」→ リズムよく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▶  段落五 ─ 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🎭  演技のコツ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大団円！徐々にボルテージを上げる</a:t>
            </a:r>
            <a:br/>
            <a:r>
              <a:t>「上げねばならぬ、売らねばならぬ」で最高潮 →「ホホ敬って」で品よく締める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⭐  全体を通して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96313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defRPr sz="1600">
                <a:solidFill>
                  <a:srgbClr val="FAF0E6"/>
                </a:solidFill>
              </a:defRPr>
            </a:pPr>
            <a:r>
              <a:t>段落一〜二：ゆっくり丁寧に / 段落三〜四：テンポアップ</a:t>
            </a:r>
            <a:br/>
            <a:r>
              <a:t>段落五：盛り上げて品よく締める。全体で約3〜4分が目安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4AF37"/>
                </a:solidFill>
              </a:defRPr>
            </a:pPr>
            <a: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